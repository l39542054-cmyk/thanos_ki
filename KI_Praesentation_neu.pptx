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anos-ki/67e4cb18-13b6-593b-bbd8-624b7d1d5777/scratchpad/orig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2468880" cy="2907792"/>
          </a:xfrm>
          <a:prstGeom prst="rect">
            <a:avLst/>
          </a:prstGeom>
        </p:spPr>
      </p:pic>
      <p:pic>
        <p:nvPicPr>
          <p:cNvPr id="3" name="Image 1" descr="/tmp/claude-0/-home-user-Thanos-ki/67e4cb18-13b6-593b-bbd8-624b7d1d5777/scratchpad/orig/ppt/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417320"/>
            <a:ext cx="1188720" cy="28163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120640" y="19202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Künstliche Intelligenz</a:t>
            </a:r>
            <a:endParaRPr lang="en-US" sz="5400" dirty="0"/>
          </a:p>
        </p:txBody>
      </p:sp>
      <p:sp>
        <p:nvSpPr>
          <p:cNvPr id="5" name="Text 1"/>
          <p:cNvSpPr txBox="1"/>
          <p:nvPr/>
        </p:nvSpPr>
        <p:spPr>
          <a:xfrm>
            <a:off x="5120640" y="35661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KI ist, wie sie funktioniert und wie wir sie sinnvoll nutzen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ÜBERSICHT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Inhalt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21031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Fachbegriffe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089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32004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Kodex / Regeln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062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42976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Funktionsweise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3035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53949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Writing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0116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1031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Faktencheck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1089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32004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Urheberrecht und Datenschutz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42062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42976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im Alltag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53035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53949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Lernen mit KI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BEGRIFFSERKLÄRUNG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Fachbegriffe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Data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874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Riesige Datenmengen – viel zu groß, um sie von Hand auszuwerten.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3017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Texte, Bilder, Zahlen – das „Futter“, aus dem eine KI lernt.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4160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KI lernt mit künstlichen neuronalen Netzen, ähnlich wie ein Gehirn.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303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5303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Programm, mit dem man schreiben kann – z. B. ChatGPT oder Gemini.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412480" y="1737360"/>
            <a:ext cx="3154680" cy="4480560"/>
          </a:xfrm>
          <a:prstGeom prst="roundRect">
            <a:avLst>
              <a:gd name="adj" fmla="val 3478"/>
            </a:avLst>
          </a:prstGeom>
          <a:solidFill>
            <a:srgbClr val="16142B"/>
          </a:solidFill>
          <a:ln w="12700">
            <a:solidFill>
              <a:srgbClr val="16142B"/>
            </a:solidFill>
            <a:prstDash val="solid"/>
          </a:ln>
        </p:spPr>
      </p:sp>
      <p:pic>
        <p:nvPicPr>
          <p:cNvPr id="13" name="Image 0" descr="/tmp/claude-0/-home-user-Thanos-ki/67e4cb18-13b6-593b-bbd8-624b7d1d5777/scratchpad/orig/ppt/media/image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2651760"/>
            <a:ext cx="269748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KODEX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Regeln für KI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80136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Transparenz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16712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sage offen, wo und wofür ich KI benutzt habe.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7919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697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63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persönlichen Daten in die KI eingeben.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7530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59359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Eigenverantwortung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95935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bin selbst für mein Ergebnis verantwortlich.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47141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48970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Qualitätscheck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85546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KI-Antworten immer überprüfen, bevor ich sie nutze.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6752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3858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und Regeln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75157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Schulregeln einhalten – KI nicht zum Schummeln nutzen.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138160" y="173736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pic>
        <p:nvPicPr>
          <p:cNvPr id="20" name="Image 0" descr="/tmp/claude-0/-home-user-Thanos-ki/67e4cb18-13b6-593b-bbd8-624b7d1d5777/scratchpad/orig/ppt/media/image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2331720"/>
            <a:ext cx="31546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 LERNT EINE KI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Funktionsweise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lernt eine KI?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Ein selbstfahrendes Auto soll lernen, Stoppschilder zu erkennen. Das passiert in 4 Schritten.</a:t>
            </a:r>
            <a:endParaRPr lang="en-US" sz="2400" dirty="0"/>
          </a:p>
        </p:txBody>
      </p:sp>
      <p:pic>
        <p:nvPicPr>
          <p:cNvPr id="6" name="Image 0" descr="/tmp/claude-0/-home-user-Thanos-ki/67e4cb18-13b6-593b-bbd8-624b7d1d5777/scratchpad/orig/ppt/media/image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73736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 LERNT EINE KI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4 Schritten zum Stoppschild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60320" cy="4206240"/>
          </a:xfrm>
          <a:prstGeom prst="roundRect">
            <a:avLst>
              <a:gd name="adj" fmla="val 4286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pic>
        <p:nvPicPr>
          <p:cNvPr id="5" name="Image 0" descr="/tmp/claude-0/-home-user-Thanos-ki/67e4cb18-13b6-593b-bbd8-624b7d1d5777/scratchpad/orig/ppt/media/image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01168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Daten sammeln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9776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KI bekommt riesige Mengen an Daten – z. B. Millionen Fotos von Straßen, Schildern und Fußgängern.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83280" y="1828800"/>
            <a:ext cx="2560320" cy="4206240"/>
          </a:xfrm>
          <a:prstGeom prst="roundRect">
            <a:avLst>
              <a:gd name="adj" fmla="val 4286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pic>
        <p:nvPicPr>
          <p:cNvPr id="9" name="Image 1" descr="/tmp/claude-0/-home-user-Thanos-ki/67e4cb18-13b6-593b-bbd8-624b7d1d5777/scratchpad/orig/ppt/media/image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2011680"/>
            <a:ext cx="1371600" cy="1371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6616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Training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3566160" y="39776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KI übt mit den Daten: Sie rät, vergleicht mit der richtigen Lösung und verbessert sich – immer wieder.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126480" y="1828800"/>
            <a:ext cx="2560320" cy="4206240"/>
          </a:xfrm>
          <a:prstGeom prst="roundRect">
            <a:avLst>
              <a:gd name="adj" fmla="val 4286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pic>
        <p:nvPicPr>
          <p:cNvPr id="13" name="Image 2" descr="/tmp/claude-0/-home-user-Thanos-ki/67e4cb18-13b6-593b-bbd8-624b7d1d5777/scratchpad/orig/ppt/media/image3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011680"/>
            <a:ext cx="1371600" cy="1371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30936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Deep Learning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6309360" y="39776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künstliches neuronales Netz mit vielen Schichten erkennt dabei Muster: Form, Farbe und Schrift eines Stoppschilds.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869680" y="1828800"/>
            <a:ext cx="2560320" cy="4206240"/>
          </a:xfrm>
          <a:prstGeom prst="roundRect">
            <a:avLst>
              <a:gd name="adj" fmla="val 4286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pic>
        <p:nvPicPr>
          <p:cNvPr id="17" name="Image 3" descr="/tmp/claude-0/-home-user-Thanos-ki/67e4cb18-13b6-593b-bbd8-624b7d1d5777/scratchpad/orig/ppt/media/image2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011680"/>
            <a:ext cx="1371600" cy="1371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5256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Vorhersage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9052560" y="39776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erkennt die KI auch neue Bilder: „Das ist ein Stoppschild → bremsen!“ Sie rechnet mit Wahrscheinlichkeiten – Fehler sind möglich.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RICHTIG FRAGEN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Writing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5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nicht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Photosynthese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ungenau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8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besser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E6F6EE"/>
          </a:solidFill>
          <a:ln w="12700">
            <a:solidFill>
              <a:srgbClr val="E6F6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20624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bist mein Lernhelfer. Erkläre mir einfach und in 5 Sätzen, wie Photosynthese funktioniert. Gib am Ende ein Beispiel aus dem Alltag.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80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geht ein guter Prompt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 geben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807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„Du bist mein Lernhelfer …“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2369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 klar sagen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5753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genau will ich wissen?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005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 nennen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343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Thema, Fach, wofür ich es brauche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773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wünschen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51114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Liste, 5 Sätze, Tabelle …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55412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Nachfragen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58795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 prüfen und verbessern lassen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NICHT ALLES GLAUBEN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Faktencheck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54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 kann sich irren.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erfindet manchmal Fakten, Zahlen oder Quellen, die echt klingen. Das nennt man „Halluzinieren“.</a:t>
            </a:r>
            <a:endParaRPr lang="en-US" sz="2000" dirty="0"/>
          </a:p>
        </p:txBody>
      </p:sp>
      <p:pic>
        <p:nvPicPr>
          <p:cNvPr id="6" name="Image 0" descr="/tmp/claude-0/-home-user-Thanos-ki/67e4cb18-13b6-593b-bbd8-624b7d1d5777/scratchpad/orig/ppt/media/image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0"/>
            <a:ext cx="1097280" cy="1097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0" y="182880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 prüfen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24231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Woher kommt die Info? Gibt es eine seriöse Quelle dazu?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83680" y="329184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0" y="3474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Vergleichen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38862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Schulbuch, Lexikon oder einer zweiten Webseite abgleichen.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83680" y="475488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0" y="4937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 mitdenken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53492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Klingt das logisch? Im Zweifel die Lehrkraft fragen.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FAIR BLEIBEN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Urheberrecht und Datenschutz</a:t>
            </a:r>
            <a:endParaRPr lang="en-US" sz="4000" dirty="0"/>
          </a:p>
        </p:txBody>
      </p:sp>
      <p:pic>
        <p:nvPicPr>
          <p:cNvPr id="4" name="Image 0" descr="/tmp/claude-0/-home-user-Thanos-ki/67e4cb18-13b6-593b-bbd8-624b7d1d5777/scratchpad/build/ic/i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926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Woher stammen die Informationen?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1148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eine KI-Paraphrase ersetzt keine Quellenangabe. Ich gebe an, woher meine Infos stammen.</a:t>
            </a:r>
            <a:endParaRPr lang="en-US" sz="1700" dirty="0"/>
          </a:p>
        </p:txBody>
      </p:sp>
      <p:pic>
        <p:nvPicPr>
          <p:cNvPr id="7" name="Image 1" descr="/tmp/claude-0/-home-user-Thanos-ki/67e4cb18-13b6-593b-bbd8-624b7d1d5777/scratchpad/build/ic/i5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920240"/>
            <a:ext cx="731520" cy="731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389120" y="2926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habe ich tatsächlich selbst gemacht?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4389120" y="41148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stärker die KI am fertigen Produkt beteiligt war, desto wichtiger ist eine transparente Kennzeichnung.</a:t>
            </a:r>
            <a:endParaRPr lang="en-US" sz="1700" dirty="0"/>
          </a:p>
        </p:txBody>
      </p:sp>
      <p:pic>
        <p:nvPicPr>
          <p:cNvPr id="10" name="Image 2" descr="/tmp/claude-0/-home-user-Thanos-ki/67e4cb18-13b6-593b-bbd8-624b7d1d5777/scratchpad/build/ic/i5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20240"/>
            <a:ext cx="731520" cy="7315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138160" y="2926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gebe ich der KI preis?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8138160" y="41148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Namen, Adressen, Fotos oder Passwörter eingeben – Eingaben können gespeichert werden.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UM UNS HERUM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 im Alltag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Dafür nutzen wir KI</a:t>
            </a:r>
            <a:endParaRPr lang="en-US" sz="2200" dirty="0"/>
          </a:p>
        </p:txBody>
      </p:sp>
      <p:pic>
        <p:nvPicPr>
          <p:cNvPr id="5" name="Image 0" descr="/tmp/claude-0/-home-user-Thanos-ki/67e4cb18-13b6-593b-bbd8-624b7d1d5777/scratchpad/orig/ppt/media/image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31720"/>
            <a:ext cx="5120640" cy="2880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440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 Fragen beantworten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852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Übersetzer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B3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braucht KI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583680" y="233172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pic>
        <p:nvPicPr>
          <p:cNvPr id="10" name="Image 1" descr="/tmp/claude-0/-home-user-Thanos-ki/67e4cb18-13b6-593b-bbd8-624b7d1d5777/scratchpad/build/ic/i5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606040"/>
            <a:ext cx="594360" cy="5943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98080" y="233172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0" y="233172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pic>
        <p:nvPicPr>
          <p:cNvPr id="13" name="Image 2" descr="/tmp/claude-0/-home-user-Thanos-ki/67e4cb18-13b6-593b-bbd8-624b7d1d5777/scratchpad/build/ic/i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60604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058400" y="233172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583680" y="365760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pic>
        <p:nvPicPr>
          <p:cNvPr id="16" name="Image 3" descr="/tmp/claude-0/-home-user-Thanos-ki/67e4cb18-13b6-593b-bbd8-624b7d1d5777/scratchpad/build/ic/i5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3931920"/>
            <a:ext cx="594360" cy="5943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498080" y="365760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9144000" y="365760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pic>
        <p:nvPicPr>
          <p:cNvPr id="19" name="Image 4" descr="/tmp/claude-0/-home-user-Thanos-ki/67e4cb18-13b6-593b-bbd8-624b7d1d5777/scratchpad/build/ic/i5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3931920"/>
            <a:ext cx="594360" cy="5943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0058400" y="365760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Rechenzentren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6583680" y="498348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pic>
        <p:nvPicPr>
          <p:cNvPr id="22" name="Image 5" descr="/tmp/claude-0/-home-user-Thanos-ki/67e4cb18-13b6-593b-bbd8-624b7d1d5777/scratchpad/build/ic/i5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5257800"/>
            <a:ext cx="594360" cy="59436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498080" y="498348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Kühlung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9144000" y="498348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pic>
        <p:nvPicPr>
          <p:cNvPr id="25" name="Image 6" descr="/tmp/claude-0/-home-user-Thanos-ki/67e4cb18-13b6-593b-bbd8-624b7d1d5777/scratchpad/build/ic/i6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0" y="5257800"/>
            <a:ext cx="594360" cy="59436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0058400" y="498348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FÜR DIE SCHULE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Lernen mit KI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gibt verschiedene KI-Programme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B. ChatGPT, Gemini oder Copilot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918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 kann Fragen beantworten, Listen erstellen und vieles mehr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0690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zum Erklären, Üben und Wiederholen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7548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 hat Chancen und Risiken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5321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E5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hilft beim Lernen – ersetzt aber nicht das eigene Denken</a:t>
            </a:r>
            <a:endParaRPr lang="en-US" sz="1800" dirty="0"/>
          </a:p>
        </p:txBody>
      </p:sp>
      <p:pic>
        <p:nvPicPr>
          <p:cNvPr id="10" name="Image 0" descr="/tmp/claude-0/-home-user-Thanos-ki/67e4cb18-13b6-593b-bbd8-624b7d1d5777/scratchpad/orig/ppt/media/image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828800"/>
            <a:ext cx="3749040" cy="2103120"/>
          </a:xfrm>
          <a:prstGeom prst="rect">
            <a:avLst/>
          </a:prstGeom>
        </p:spPr>
      </p:pic>
      <p:pic>
        <p:nvPicPr>
          <p:cNvPr id="11" name="Image 1" descr="/tmp/claude-0/-home-user-Thanos-ki/67e4cb18-13b6-593b-bbd8-624b7d1d5777/scratchpad/orig/ppt/media/image6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023360"/>
            <a:ext cx="23774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anos-ki/67e4cb18-13b6-593b-bbd8-624b7d1d5777/scratchpad/orig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71600"/>
            <a:ext cx="2011680" cy="2368296"/>
          </a:xfrm>
          <a:prstGeom prst="rect">
            <a:avLst/>
          </a:prstGeom>
        </p:spPr>
      </p:pic>
      <p:pic>
        <p:nvPicPr>
          <p:cNvPr id="3" name="Image 1" descr="/tmp/claude-0/-home-user-Thanos-ki/67e4cb18-13b6-593b-bbd8-624b7d1d5777/scratchpad/orig/ppt/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417320"/>
            <a:ext cx="960120" cy="2286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754880" y="20116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Danke fürs Zuhören!</a:t>
            </a:r>
            <a:endParaRPr lang="en-US" sz="50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3291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9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Habt ihr noch Fragen?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Künstliche Intelligenz</dc:title>
  <dc:subject>PptxGenJS Presentation</dc:subject>
  <dc:creator>PptxGenJS</dc:creator>
  <cp:lastModifiedBy>PptxGenJS</cp:lastModifiedBy>
  <cp:revision>1</cp:revision>
  <dcterms:created xsi:type="dcterms:W3CDTF">2026-10-22T12:57:35Z</dcterms:created>
  <dcterms:modified xsi:type="dcterms:W3CDTF">2026-10-22T12:57:35Z</dcterms:modified>
</cp:coreProperties>
</file>